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MediGrid: Supply Chain Management in Hospitals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Sayan Pramanick, BITS Pilani</a:t>
            </a:r>
          </a:p>
          <a:p>
            <a:r>
              <a:t>Dissertation Work at Tipstat Infotech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supply chains face significant operational challenges:</a:t>
            </a:r>
          </a:p>
          <a:p>
            <a:pPr lvl="1"/>
            <a:r>
              <a:t>Frequent stock-outs, overstocking, and expiry-related wastage.</a:t>
            </a:r>
          </a:p>
          <a:p>
            <a:pPr lvl="1"/>
            <a:r>
              <a:t>Lack of real-time inventory visibility across departments.</a:t>
            </a:r>
          </a:p>
          <a:p>
            <a:pPr lvl="1"/>
            <a:r>
              <a:t>Existing systems lack intelligent decision-support and predictive analytics.</a:t>
            </a:r>
          </a:p>
          <a:p>
            <a:pPr lvl="1"/>
            <a:r>
              <a:t>Poor coordination and reliance on manual procurement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Solution: MediGrid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modular, scalable solution for hospital supply chain management:</a:t>
            </a:r>
          </a:p>
          <a:p>
            <a:pPr lvl="1"/>
            <a:r>
              <a:t>Real-time, granular inventory tracking at the batch level.</a:t>
            </a:r>
          </a:p>
          <a:p>
            <a:pPr lvl="1"/>
            <a:r>
              <a:t>Automated procurement workflows and comprehensive vendor management.</a:t>
            </a:r>
          </a:p>
          <a:p>
            <a:pPr lvl="1"/>
            <a:r>
              <a:t>Intelligent AI-driven demand forecasting and expiry risk assessment.</a:t>
            </a:r>
          </a:p>
          <a:p>
            <a:pPr lvl="1"/>
            <a:r>
              <a:t>Built to provide analytics-driven reporting and actionable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MediGrid utilizes a modern multi-tiered architecture:</a:t>
            </a:r>
          </a:p>
          <a:p>
            <a:pPr lvl="1"/>
            <a:r>
              <a:t>Frontend (React/Vite): Dynamic, visually rich KPI dashboards and workflows.</a:t>
            </a:r>
          </a:p>
          <a:p>
            <a:pPr lvl="1"/>
            <a:r>
              <a:t>Backend (Node/Express/MongoDB): Core logic handling inventory transactions and APIs.</a:t>
            </a:r>
          </a:p>
          <a:p>
            <a:pPr lvl="1"/>
            <a:r>
              <a:t>AI Service (FastAPI/Python): Python microservice utilizing Llama 3.1 8B via Groq.</a:t>
            </a:r>
          </a:p>
          <a:p>
            <a:pPr lvl="1"/>
            <a:r>
              <a:t>Fuses traditional operations research formulas with LLM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Optimization &amp;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prevent stock-outs, MediGrid uses Reorder Point Models:</a:t>
            </a:r>
          </a:p>
          <a:p>
            <a:pPr lvl="1"/>
            <a:r>
              <a:t>Formula: RP = (Average Demand × Lead Time) + Safety Stock</a:t>
            </a:r>
          </a:p>
          <a:p>
            <a:pPr lvl="1"/>
            <a:r>
              <a:t>Automated Tracking: The backend monitors inventory against the RP in real-time.</a:t>
            </a:r>
          </a:p>
          <a:p>
            <a:pPr lvl="1"/>
            <a:r>
              <a:t>Alert System: Generates WARNING or CRITICAL alerts when stock drops below threshold.</a:t>
            </a:r>
          </a:p>
          <a:p>
            <a:pPr lvl="1"/>
            <a:r>
              <a:t>Triggers automated workflows to map vendors and accelerate procurement.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dual-layered approach to predicting medical supply demand:</a:t>
            </a:r>
          </a:p>
          <a:p>
            <a:pPr lvl="1"/>
            <a:r>
              <a:t>Fallback Heuristic (Moving Average): Forecast = (D1 + D2 + ... + Dn) / n</a:t>
            </a:r>
          </a:p>
          <a:p>
            <a:pPr lvl="1"/>
            <a:r>
              <a:t>LLM-Driven Inference: Evaluates historical usage sequences.</a:t>
            </a:r>
          </a:p>
          <a:p>
            <a:pPr lvl="1"/>
            <a:r>
              <a:t>Output: AI generates predicted demand, confidence score, and analytical reasoning.</a:t>
            </a:r>
          </a:p>
          <a:p>
            <a:pPr lvl="1"/>
            <a:r>
              <a:t>Provides robust predictions even with fluctuating consumption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Expiry Risk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Intelligently preventing wastage through batch-level tracking:</a:t>
            </a:r>
          </a:p>
          <a:p>
            <a:pPr lvl="1"/>
            <a:r>
              <a:t>Coverage Calculation: coverage_days = currentStock / dailyUsageRate</a:t>
            </a:r>
          </a:p>
          <a:p>
            <a:pPr lvl="1"/>
            <a:r>
              <a:t>AI Assessment: Evaluates current stock, daily usage, and days to expiry.</a:t>
            </a:r>
          </a:p>
          <a:p>
            <a:pPr lvl="1"/>
            <a:r>
              <a:t>Determines risk level (HIGH, MEDIUM, LOW).</a:t>
            </a:r>
          </a:p>
          <a:p>
            <a:pPr lvl="1"/>
            <a:r>
              <a:t>Example: Flags high risk if coverage days significantly exceed days to expiry.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Walkthrough: 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Predicting demand for Paracetamol 500mg over 14 days.</a:t>
            </a:r>
          </a:p>
          <a:p>
            <a:pPr lvl="1"/>
            <a:r>
              <a:t>User inputs horizon days in the AI Insights Dashboard.</a:t>
            </a:r>
          </a:p>
          <a:p>
            <a:pPr lvl="1"/>
            <a:r>
              <a:t>Backend forwards usage history to Python AI service.</a:t>
            </a:r>
          </a:p>
          <a:p>
            <a:pPr lvl="1"/>
            <a:r>
              <a:t>LLM returns structured JSON with predicted values and reasoning.</a:t>
            </a:r>
          </a:p>
          <a:p>
            <a:pPr lvl="1"/>
            <a:r>
              <a:t>UI dynamically renders trend charts, KPI cards, and the AI Verdict.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Walkthrough: Expiry &amp;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Amoxicillin stock and ICU surgical mask alerts.</a:t>
            </a:r>
          </a:p>
          <a:p>
            <a:pPr lvl="1"/>
            <a:r>
              <a:t>Expiry Risk: Amoxicillin consumption is evaluated against its expiration date.</a:t>
            </a:r>
          </a:p>
          <a:p>
            <a:pPr lvl="1"/>
            <a:r>
              <a:t>Visual burndown charts clearly highlight potential wastage (HIGH RISK).</a:t>
            </a:r>
          </a:p>
          <a:p>
            <a:pPr lvl="1"/>
            <a:r>
              <a:t>Procurement Alert: Pulling surgical masks drops stock below the Reorder Point.</a:t>
            </a:r>
          </a:p>
          <a:p>
            <a:pPr lvl="1"/>
            <a:r>
              <a:t>Triggers an alert, allowing immediate generation of a Purchase Order to mapped vendors.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MediGrid successfully modernizes hospital logistics:</a:t>
            </a:r>
          </a:p>
          <a:p>
            <a:pPr lvl="1"/>
            <a:r>
              <a:t>Provides a scalable foundation for intelligent healthcare supply chains.</a:t>
            </a:r>
          </a:p>
          <a:p>
            <a:pPr lvl="1"/>
            <a:r>
              <a:t>Improves KPI metrics: stock-out reduction, turnover ratio, and expiry loss.</a:t>
            </a:r>
          </a:p>
          <a:p>
            <a:pPr lvl="1"/>
            <a:r>
              <a:t>Future Work: Deep integration with existing ERP systems.</a:t>
            </a:r>
          </a:p>
          <a:p>
            <a:pPr lvl="1"/>
            <a:r>
              <a:t>Future Work: Expanding AI models for advanced stochastic time-series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